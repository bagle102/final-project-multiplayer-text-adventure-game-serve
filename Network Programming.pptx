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4" r:id="rId7"/>
    <p:sldId id="265" r:id="rId8"/>
    <p:sldId id="266" r:id="rId9"/>
    <p:sldId id="267" r:id="rId10"/>
    <p:sldId id="260" r:id="rId11"/>
    <p:sldId id="261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>
        <p:scale>
          <a:sx n="75" d="100"/>
          <a:sy n="75" d="100"/>
        </p:scale>
        <p:origin x="248" y="-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E25B29-D7C8-4EA9-A98E-CEAF4F241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576D2E6-98C1-4E07-AC5F-257FC1E83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59849D-B2FD-4133-BE44-A3E73BEC0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09DB-18DE-42DF-9476-C32A7065CA3B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880C7A7-D4DA-46A2-B190-4EA808B49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972DEF2-1140-4530-A937-AB2C5408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C082F-F2A3-4602-A240-10A58AC478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0841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2DB284-E5A6-41B2-8582-1D22597D6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CD684D-BF42-41DF-B478-B39FC9BBF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91840A-EAF0-4A66-AD07-6674636CA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09DB-18DE-42DF-9476-C32A7065CA3B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251491B-FE3C-4FFD-83FD-E4E8AEF89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830578C-5B8E-489D-BEDA-EC002EB56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C082F-F2A3-4602-A240-10A58AC478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4662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36F04B-C007-45BB-B701-58528C344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A0A25AF-A72C-417A-BEEC-BF8778315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FDE9AA-46C9-4498-BB72-A59F51563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09DB-18DE-42DF-9476-C32A7065CA3B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94CDDF7-B3B2-4272-B198-266E12B95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5AEB3B-0C92-4AA4-9042-FC5B8D7D3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C082F-F2A3-4602-A240-10A58AC478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0870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E189E2-14CF-4401-BCE4-51010C67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257997-6A7C-42D4-B70F-654B491622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F307378-9145-4CB2-94B8-4E041822E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336838D-2B4A-4C0C-AD21-585D9E3F9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09DB-18DE-42DF-9476-C32A7065CA3B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A5C2CCE-31CC-44BF-B313-A5459204B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F4CFF96-9F8F-4F93-84E9-5ABC41B7A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C082F-F2A3-4602-A240-10A58AC478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8324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7DF420-0991-484A-8E3C-DB3A90F09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2C603DF-5CE6-4E02-82D3-F673C2F02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4E039E4-97F7-4679-9665-6F56DD85D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4EA313B-CE00-4413-BF43-DCE095E545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D2BD99E-DA29-4834-9AFF-A1AC6D7074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6F7078D-B8F9-497E-91A6-E23D3F9E9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09DB-18DE-42DF-9476-C32A7065CA3B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184DF54-2CB5-42D9-897A-71598ABB0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2D0DE83-4907-4E94-BDAC-B47397B15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C082F-F2A3-4602-A240-10A58AC478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089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623BF0-43C2-4404-A002-C86196D7D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D8F7A2D-32F0-49AE-A8AD-55B21E69C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09DB-18DE-42DF-9476-C32A7065CA3B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6EFC95D-D1AE-4B35-B4F1-57937CC7F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DD77B79-9AFE-46E6-B6E6-DB292D632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C082F-F2A3-4602-A240-10A58AC478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7953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D525FD8-F8F9-467D-AD24-113609F67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09DB-18DE-42DF-9476-C32A7065CA3B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949F3B7-B9B1-4B38-B82A-B3954D5A9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2EDF22B-F6BC-4B57-8C63-E7CEF0660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C082F-F2A3-4602-A240-10A58AC478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43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468AF5-DB95-43B0-A23C-D7DD6E36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2E223E-BAB1-4B69-A22F-722DC418E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3EEAF37-D8B1-4F45-BB67-471D454E0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71D0B74-2398-4016-B140-788F74F2E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09DB-18DE-42DF-9476-C32A7065CA3B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C6739EC-2A1E-48E7-AD45-BEB558271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152CBEA-83FA-4109-9FAB-C5E4BBECC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C082F-F2A3-4602-A240-10A58AC478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4044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C8DC08-5EF7-4317-B363-BC2C30A1D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3214B53-E697-491A-BC3E-B204D3FE78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574D521-F543-4021-820D-F0F9BA574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86AC844-1DF2-4E8F-8B7D-F2B5B9E75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09DB-18DE-42DF-9476-C32A7065CA3B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8F5BB1E-6A13-477B-A4CC-D2C0D21AE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92747B0-65DA-4ABC-812C-3674F0544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C082F-F2A3-4602-A240-10A58AC478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448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9B6632-9C40-4D65-91C7-9534099EC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CE3BDD3-2FE9-41FE-A552-AC5E978C0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1311B1-E6FD-4332-81CE-DFD736F45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09DB-18DE-42DF-9476-C32A7065CA3B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452F5C1-EC42-41EB-B029-0C6323CE0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F7F250D-09A3-4484-8F93-0378AF3C5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C082F-F2A3-4602-A240-10A58AC478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5059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027AA77-41E8-4FEC-9FED-A8AA643E0D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D90EB60-22F4-4714-BF6F-5825E2354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981A1E-84FC-44BD-977E-BA7ED27E0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09DB-18DE-42DF-9476-C32A7065CA3B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9F24020-00A1-4406-9038-1DDFFED28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F687147-B525-48CE-B7C5-824DECBB1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C082F-F2A3-4602-A240-10A58AC478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37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D7926FE-FECC-475E-AB51-14232BD9A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4C69573-8827-42DF-BF3D-7534D0BC3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4B1C8CE-D404-48CE-824F-E8A65E84DB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9609DB-18DE-42DF-9476-C32A7065CA3B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0FC320-A100-45DF-83C8-2F64EF9472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14B22BC-0672-45D4-B0C9-0357682C7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C082F-F2A3-4602-A240-10A58AC478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115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64D888-9D1F-4C31-B156-E2332A4EC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8362"/>
            <a:ext cx="9144000" cy="2387600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Network Programming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kumimoji="0"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Final Project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318C0E7-C9AD-459C-A722-A9B5236F0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21308"/>
            <a:ext cx="9144000" cy="1655762"/>
          </a:xfrm>
        </p:spPr>
        <p:txBody>
          <a:bodyPr/>
          <a:lstStyle/>
          <a:p>
            <a:r>
              <a:rPr lang="en-US" altLang="zh-TW" dirty="0"/>
              <a:t>Group 9 </a:t>
            </a:r>
          </a:p>
          <a:p>
            <a:r>
              <a:rPr lang="en-US" altLang="zh-TW" dirty="0"/>
              <a:t>614430005</a:t>
            </a:r>
            <a:r>
              <a:rPr lang="zh-TW" altLang="en-US" dirty="0"/>
              <a:t> 况旻諭</a:t>
            </a:r>
          </a:p>
        </p:txBody>
      </p:sp>
    </p:spTree>
    <p:extLst>
      <p:ext uri="{BB962C8B-B14F-4D97-AF65-F5344CB8AC3E}">
        <p14:creationId xmlns:p14="http://schemas.microsoft.com/office/powerpoint/2010/main" val="2323250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2983D6-0D36-4280-AA07-0110EEF68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Task Allocation</a:t>
            </a:r>
            <a:endParaRPr lang="zh-TW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20F8BF74-70A0-4508-825C-ADE6C219B5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5076739"/>
              </p:ext>
            </p:extLst>
          </p:nvPr>
        </p:nvGraphicFramePr>
        <p:xfrm>
          <a:off x="3225800" y="2799292"/>
          <a:ext cx="6908800" cy="155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6414">
                  <a:extLst>
                    <a:ext uri="{9D8B030D-6E8A-4147-A177-3AD203B41FA5}">
                      <a16:colId xmlns:a16="http://schemas.microsoft.com/office/drawing/2014/main" val="3678028064"/>
                    </a:ext>
                  </a:extLst>
                </a:gridCol>
                <a:gridCol w="5362386">
                  <a:extLst>
                    <a:ext uri="{9D8B030D-6E8A-4147-A177-3AD203B41FA5}">
                      <a16:colId xmlns:a16="http://schemas.microsoft.com/office/drawing/2014/main" val="1324978972"/>
                    </a:ext>
                  </a:extLst>
                </a:gridCol>
              </a:tblGrid>
              <a:tr h="236941">
                <a:tc>
                  <a:txBody>
                    <a:bodyPr/>
                    <a:lstStyle/>
                    <a:p>
                      <a:r>
                        <a:rPr lang="en-US" dirty="0"/>
                        <a:t>Member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Task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4669273"/>
                  </a:ext>
                </a:extLst>
              </a:tr>
              <a:tr h="663701">
                <a:tc>
                  <a:txBody>
                    <a:bodyPr/>
                    <a:lstStyle/>
                    <a:p>
                      <a:r>
                        <a:rPr lang="zh-TW" altLang="en-US"/>
                        <a:t>况旻諭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System design, Server implementation, Client implementation, Network protocol (IPv4/IPv6/TLS/Multicast), GUI design, Testing &amp; debugging, Report &amp; presentation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6874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209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AE2FA4-696F-4903-A6DA-5AF1A17C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Architecture diagram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9F86A66-A3C2-4C8E-990C-F5EFEF472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4124060"/>
            <a:ext cx="1738451" cy="133918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33532E77-8AB2-4B35-890F-7E4EEC470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762" y="1921271"/>
            <a:ext cx="1667108" cy="166710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5E198A2-1F4B-410B-A787-0C3CC7B2D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562" y="5153686"/>
            <a:ext cx="1738451" cy="133918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3B1CF7A-6D46-4EAB-84F0-A37D421E7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018" y="4124059"/>
            <a:ext cx="1738451" cy="1339189"/>
          </a:xfrm>
          <a:prstGeom prst="rect">
            <a:avLst/>
          </a:prstGeom>
        </p:spPr>
      </p:pic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F3510B02-EC29-4B5F-A6CC-F55F4ADD1BA7}"/>
              </a:ext>
            </a:extLst>
          </p:cNvPr>
          <p:cNvCxnSpPr>
            <a:cxnSpLocks/>
          </p:cNvCxnSpPr>
          <p:nvPr/>
        </p:nvCxnSpPr>
        <p:spPr>
          <a:xfrm flipV="1">
            <a:off x="3833951" y="3216727"/>
            <a:ext cx="1564745" cy="993324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E16FA10D-5D43-4160-9156-87BAD20E33B7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6262316" y="3588379"/>
            <a:ext cx="0" cy="1565307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F7AE2CE5-7A52-4BC5-AD8B-8DAA6B243064}"/>
              </a:ext>
            </a:extLst>
          </p:cNvPr>
          <p:cNvCxnSpPr>
            <a:cxnSpLocks/>
          </p:cNvCxnSpPr>
          <p:nvPr/>
        </p:nvCxnSpPr>
        <p:spPr>
          <a:xfrm flipH="1" flipV="1">
            <a:off x="7276568" y="3298561"/>
            <a:ext cx="1738450" cy="1072471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8824D994-CE17-46A9-A35A-0BA14948DCB7}"/>
              </a:ext>
            </a:extLst>
          </p:cNvPr>
          <p:cNvSpPr txBox="1"/>
          <p:nvPr/>
        </p:nvSpPr>
        <p:spPr>
          <a:xfrm rot="19657292">
            <a:off x="3520954" y="3216522"/>
            <a:ext cx="24148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</a:lstStyle>
          <a:p>
            <a:r>
              <a:rPr lang="en-US" altLang="zh-TW" sz="1400" dirty="0"/>
              <a:t>TCP / TLS / IPv4/IPv6</a:t>
            </a:r>
            <a:endParaRPr lang="zh-TW" altLang="en-US" sz="14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520953F7-BBB9-4453-ACD7-0D36DCF479A6}"/>
              </a:ext>
            </a:extLst>
          </p:cNvPr>
          <p:cNvSpPr txBox="1"/>
          <p:nvPr/>
        </p:nvSpPr>
        <p:spPr>
          <a:xfrm>
            <a:off x="5095279" y="4077382"/>
            <a:ext cx="3061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TCP / TLS / IPv4/IPv6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8C12B2E6-FBA2-4B3A-8772-6898368A114E}"/>
              </a:ext>
            </a:extLst>
          </p:cNvPr>
          <p:cNvSpPr txBox="1"/>
          <p:nvPr/>
        </p:nvSpPr>
        <p:spPr>
          <a:xfrm rot="1892345">
            <a:off x="7379995" y="3627760"/>
            <a:ext cx="20414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>
              <a:defRPr sz="1400"/>
            </a:lvl1pPr>
          </a:lstStyle>
          <a:p>
            <a:r>
              <a:rPr lang="en-US" altLang="zh-TW" dirty="0"/>
              <a:t>TCP / TLS / IPv4/IPv6</a:t>
            </a:r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4BB1EE0C-1EDB-4A8B-95FE-633BA12F2BAC}"/>
              </a:ext>
            </a:extLst>
          </p:cNvPr>
          <p:cNvSpPr txBox="1"/>
          <p:nvPr/>
        </p:nvSpPr>
        <p:spPr>
          <a:xfrm>
            <a:off x="5908530" y="1829176"/>
            <a:ext cx="2041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Server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ECCFAC6D-F9F7-4A36-A0BA-3B6537AEDA82}"/>
              </a:ext>
            </a:extLst>
          </p:cNvPr>
          <p:cNvSpPr txBox="1"/>
          <p:nvPr/>
        </p:nvSpPr>
        <p:spPr>
          <a:xfrm>
            <a:off x="9423255" y="5468499"/>
            <a:ext cx="2041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Client</a:t>
            </a:r>
            <a:endParaRPr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52755B35-D9E8-4E6F-A28E-40FD6F7A3626}"/>
              </a:ext>
            </a:extLst>
          </p:cNvPr>
          <p:cNvSpPr txBox="1"/>
          <p:nvPr/>
        </p:nvSpPr>
        <p:spPr>
          <a:xfrm>
            <a:off x="5908530" y="6407426"/>
            <a:ext cx="2041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Client</a:t>
            </a:r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7767B6BF-56EA-4055-8BBD-42C848057026}"/>
              </a:ext>
            </a:extLst>
          </p:cNvPr>
          <p:cNvSpPr txBox="1"/>
          <p:nvPr/>
        </p:nvSpPr>
        <p:spPr>
          <a:xfrm>
            <a:off x="2539656" y="5453948"/>
            <a:ext cx="2041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Client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49372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C1377D-3756-4AAA-9922-EDA5248EC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Screenshots of the execution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98934B-FD10-493E-8CB7-F0C0E5D0B7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838"/>
          <a:stretch/>
        </p:blipFill>
        <p:spPr>
          <a:xfrm>
            <a:off x="419099" y="1820683"/>
            <a:ext cx="5435448" cy="256081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C64FFED-0B2F-41F2-8DF9-BE0D43E974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6139267" y="1820682"/>
            <a:ext cx="5805312" cy="256081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B979103F-040E-4CD4-B4BA-CC64205AF5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7736" y="4189648"/>
            <a:ext cx="6294187" cy="251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737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C1377D-3756-4AAA-9922-EDA5248EC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Screenshots of the execution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0A2BA96-BC19-4257-8B04-8940DB5E3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0" y="1434273"/>
            <a:ext cx="9893300" cy="5230052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1065D6E-F10F-46AC-AE46-78469C4E5642}"/>
              </a:ext>
            </a:extLst>
          </p:cNvPr>
          <p:cNvSpPr/>
          <p:nvPr/>
        </p:nvSpPr>
        <p:spPr>
          <a:xfrm>
            <a:off x="1149350" y="1981200"/>
            <a:ext cx="8042275" cy="180022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795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C1377D-3756-4AAA-9922-EDA5248EC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Screenshots of the execution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0A2BA96-BC19-4257-8B04-8940DB5E3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0" y="1434273"/>
            <a:ext cx="9893300" cy="5230052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1065D6E-F10F-46AC-AE46-78469C4E5642}"/>
              </a:ext>
            </a:extLst>
          </p:cNvPr>
          <p:cNvSpPr/>
          <p:nvPr/>
        </p:nvSpPr>
        <p:spPr>
          <a:xfrm>
            <a:off x="1149350" y="3733800"/>
            <a:ext cx="8042275" cy="69109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59831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C1377D-3756-4AAA-9922-EDA5248EC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Screenshots of the execution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0A2BA96-BC19-4257-8B04-8940DB5E3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0" y="1434273"/>
            <a:ext cx="9893300" cy="5230052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1065D6E-F10F-46AC-AE46-78469C4E5642}"/>
              </a:ext>
            </a:extLst>
          </p:cNvPr>
          <p:cNvSpPr/>
          <p:nvPr/>
        </p:nvSpPr>
        <p:spPr>
          <a:xfrm>
            <a:off x="1149350" y="4334933"/>
            <a:ext cx="8104717" cy="232939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3621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C1377D-3756-4AAA-9922-EDA5248EC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Screenshots of the execution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0A2BA96-BC19-4257-8B04-8940DB5E3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0" y="1434273"/>
            <a:ext cx="9893300" cy="5230052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1065D6E-F10F-46AC-AE46-78469C4E5642}"/>
              </a:ext>
            </a:extLst>
          </p:cNvPr>
          <p:cNvSpPr/>
          <p:nvPr/>
        </p:nvSpPr>
        <p:spPr>
          <a:xfrm flipH="1">
            <a:off x="9177865" y="1930401"/>
            <a:ext cx="1864783" cy="109219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22143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C1377D-3756-4AAA-9922-EDA5248EC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Screenshots of the execution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0A2BA96-BC19-4257-8B04-8940DB5E3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0" y="1434273"/>
            <a:ext cx="9893300" cy="5230052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1065D6E-F10F-46AC-AE46-78469C4E5642}"/>
              </a:ext>
            </a:extLst>
          </p:cNvPr>
          <p:cNvSpPr/>
          <p:nvPr/>
        </p:nvSpPr>
        <p:spPr>
          <a:xfrm flipH="1">
            <a:off x="9211732" y="2965567"/>
            <a:ext cx="1830916" cy="369875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63366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B73561-5F01-4E0C-AB20-68896187D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01" y="2766218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8000" dirty="0"/>
              <a:t>Demo</a:t>
            </a:r>
            <a:endParaRPr lang="zh-TW" altLang="en-US" sz="8000" dirty="0"/>
          </a:p>
        </p:txBody>
      </p:sp>
    </p:spTree>
    <p:extLst>
      <p:ext uri="{BB962C8B-B14F-4D97-AF65-F5344CB8AC3E}">
        <p14:creationId xmlns:p14="http://schemas.microsoft.com/office/powerpoint/2010/main" val="2658438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2610B2-C042-43B9-82D0-3876E180E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9066" y="2693458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sz="8000" dirty="0"/>
              <a:t>Q/A</a:t>
            </a:r>
            <a:endParaRPr lang="zh-TW" altLang="en-US" sz="8000" dirty="0"/>
          </a:p>
        </p:txBody>
      </p:sp>
    </p:spTree>
    <p:extLst>
      <p:ext uri="{BB962C8B-B14F-4D97-AF65-F5344CB8AC3E}">
        <p14:creationId xmlns:p14="http://schemas.microsoft.com/office/powerpoint/2010/main" val="1133834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Times New Roman"/>
        <a:ea typeface="微軟正黑體"/>
        <a:cs typeface=""/>
      </a:majorFont>
      <a:minorFont>
        <a:latin typeface="Times New Roman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700</TotalTime>
  <Words>103</Words>
  <Application>Microsoft Office PowerPoint</Application>
  <PresentationFormat>寬螢幕</PresentationFormat>
  <Paragraphs>24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Office 佈景主題</vt:lpstr>
      <vt:lpstr>Network Programming Final Project</vt:lpstr>
      <vt:lpstr>Task Allocation</vt:lpstr>
      <vt:lpstr>Architecture diagram</vt:lpstr>
      <vt:lpstr>Screenshots of the execution</vt:lpstr>
      <vt:lpstr>Screenshots of the execution</vt:lpstr>
      <vt:lpstr>Screenshots of the execution</vt:lpstr>
      <vt:lpstr>Screenshots of the execution</vt:lpstr>
      <vt:lpstr>Screenshots of the execution</vt:lpstr>
      <vt:lpstr>Screenshots of the execution</vt:lpstr>
      <vt:lpstr>Demo</vt:lpstr>
      <vt:lpstr>Q/A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Programming Final Project</dc:title>
  <dc:creator>况旻諭</dc:creator>
  <cp:lastModifiedBy>况旻諭</cp:lastModifiedBy>
  <cp:revision>8</cp:revision>
  <dcterms:created xsi:type="dcterms:W3CDTF">2026-01-06T03:35:39Z</dcterms:created>
  <dcterms:modified xsi:type="dcterms:W3CDTF">2026-01-06T16:02:44Z</dcterms:modified>
</cp:coreProperties>
</file>